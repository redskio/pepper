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12064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349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 홈페이지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"/>
            <a:ext cx="1828800" cy="4114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31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9B8AFF"/>
                </a:solidFill>
                <a:latin typeface="Malgun Gothic"/>
              </a:rPr>
              <a:t>솔루션 제안서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926080" cy="36576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모바일 마케팅 자동화 &amp; 실시간 고객 인게이지먼트 플랫폼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글로벌 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서비스 국가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8D"/>
                </a:solidFill>
                <a:latin typeface="Malgun Gothic"/>
              </a:rPr>
              <a:t>2026년 4월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8AFF"/>
                </a:solidFill>
                <a:latin typeface="Malgun Gothic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CleverTap 소개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주요 글로벌 고객사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5856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핵심 가치 제안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5856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제품 아키텍처 개요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16935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실시간 분석 (Analytics)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16935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사용자 세그멘테이션 &amp; 개인화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75304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멀티채널 인게이지먼트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575304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AI/ML 기반 개인화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33672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A/B 테스트 &amp; 최적화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33672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핀테크/금융 활용 사례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89204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효과 &amp; ROI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9204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프로세스 &amp; 타임라인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5040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5778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5046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가격 정책 &amp;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01  CleverTap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모바일 마케팅 자동화의 글로벌 리더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CleverTap은 2013년 설립된 글로벌 모바일 마케팅 자동화 &amp; 분석 플랫폼으로,
앱 비즈니스가 사용자를 유지하고 성장시킬 수 있도록 돕는 올인원 솔루션입니다.
실시간 행동 데이터를 기반으로 개인화된 메시지를 적시에 전달하여
고객 참여도와 매출을 극대화합니다.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2013년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설립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글로벌 고객사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국가 서비스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600+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임직원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$105M+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누적 투자</a:t>
            </a:r>
          </a:p>
        </p:txBody>
      </p:sp>
      <p:pic>
        <p:nvPicPr>
          <p:cNvPr id="32" name="Picture 31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 공식 홈페이지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02  주요 글로벌 고객사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전 세계 10,000+ 앱이 CleverTap을 신뢰합니다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Jio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최대 통신사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40" y="17556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이커머스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Swiggy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푸드 딜리버리 1위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558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핀테크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PhonePe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UPI 결제 플랫폼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2461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40" y="33558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금융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Axis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3대 민간은행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463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9560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미디어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Disney+ Hotstar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OTT 스트리밍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48463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49040" y="49560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Vodafone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</a:t>
            </a:r>
          </a:p>
        </p:txBody>
      </p:sp>
      <p:pic>
        <p:nvPicPr>
          <p:cNvPr id="43" name="Picture 42" descr="screensho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92240" y="6355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clevertap.com/customers — 글로벌 고객사 현황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03  핵심 가치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왜 CleverTap인가?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올인원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분석→세그멘테이션→캠페인→최적화
하나의 플랫폼에서 완결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4592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실시간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초당 수백만 이벤트 실시간 처리
즉각적인 의사결정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AI 기반 개인화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ML 알고리즘으로 최적 메시지 자동 전달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329184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멀티채널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푸시/이메일/SMS/인앱/WhatsApp 단일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강력한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퍼널·코호트·플로우 분석 깊이 있는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93776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엔터프라이즈 보안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SOC2·GDPR·ISO27001 금융 수준 보안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04  제품 아키텍처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데이터 수집부터 실행까지 완전 통합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8686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수집 레이어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SDK (iOS/Android/Web) · REST API · S3 커넥터 · 서드파티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548640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처리 레이어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실시간 스트림 처리 · 사용자 프로필 병합 · 이벤트 저장소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86400" cy="868680"/>
          </a:xfrm>
          <a:prstGeom prst="rect">
            <a:avLst/>
          </a:prstGeom>
          <a:solidFill>
            <a:srgbClr val="2B4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31919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분석 &amp; AI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행동 분석 · ML 모델 · 예측 세그멘테이션 · 최적 전송 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5486400" cy="868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93776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실행 레이어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캠페인 관리 · 멀티채널 전송 · A/B 테스트 · 자동화 워크플로우</a:t>
            </a:r>
          </a:p>
        </p:txBody>
      </p:sp>
      <p:pic>
        <p:nvPicPr>
          <p:cNvPr id="27" name="Picture 26" descr="screenshot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clevertap.com/orchestration — 워크플로우 오케스트레이션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05  실시간 분석 (Analytics)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모든 데이터를 실시간으로 — 즉각적인 비즈니스 인사이트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퍼널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전환율 추적, 이탈 지점 파악,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코호트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그룹별 리텐션 트렌드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플로우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탐색 패턴 시각화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이벤트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커스텀 이벤트 실시간 트래킹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피벗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다차원 데이터 분석 및 리포팅</a:t>
            </a:r>
          </a:p>
        </p:txBody>
      </p:sp>
      <p:pic>
        <p:nvPicPr>
          <p:cNvPr id="27" name="Picture 26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clevertap.com/customer-data-and-analytics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06  사용자 세그멘테이션 &amp;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정밀한 타겟팅으로 관련성 높은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정적 세그먼트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고정 기준으로 사용자 그룹화
연령대·지역·가입일 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동적 세그먼트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실시간 행동에 따라 자동 업데이트
최근 7일 미접속자 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RFM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Recency·Frequency·Monetary 기반
고가치 사용자 자동 식별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65760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ML로 이탈 가능성·구매 의향 예측
선제적 대응 자동화</a:t>
            </a:r>
          </a:p>
        </p:txBody>
      </p:sp>
      <p:pic>
        <p:nvPicPr>
          <p:cNvPr id="23" name="Picture 22" descr="screenshot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clevertap.com/personalization — 개인화 엔진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07  멀티채널 인게이지먼트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고객이 있는 모든 채널에서 일관된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푸시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iOS/Android 리치 푸시·딥링크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0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드래그&amp;드롭 에디터·AMP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SMS/MMS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 연동·개인화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218688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인앱 메시지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풀스크린/배너/팝업·인터랙티브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91456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웹 푸시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브라우저 알림·세션 외 재참여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4791456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공식 비즈니스 API·챗봇 연동</a:t>
            </a:r>
          </a:p>
        </p:txBody>
      </p:sp>
      <p:pic>
        <p:nvPicPr>
          <p:cNvPr id="31" name="Picture 30" descr="screenshot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clevertap.com/omnichannel-engagement — 메시징 채널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08  AI/ML 기반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머신러닝으로 구현하는 1:1 초개인화 마케팅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Clever.AI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CleverTap 독자 AI 엔진 — 고객 행동 학습·예측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최적 전송 시간 (STO)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사용자별 최적 수신 시간 자동 선택 → 오픈율 47% 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이탈·구매·구독 해지 사전 예측 → 선제 대응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동적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프로필 기반 실시간 콘텐츠 변환 · 제품 추천 자동화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 위험 감지 → 재참여 캠페인 자동 트리거</a:t>
            </a:r>
          </a:p>
        </p:txBody>
      </p:sp>
      <p:pic>
        <p:nvPicPr>
          <p:cNvPr id="27" name="Picture 26" descr="screenshot_ai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clevertap.com/ai — CleverAI™ Decisioning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09  A/B 테스트 &amp;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데이터 기반 의사결정으로 마케팅 성과 극대화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메시지 A/B 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제목·본문·CTA·이미지·이모지 테스트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전송 시간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요일·시간대별 성과 비교 및 최적화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채널 A/B 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푸시 vs 이메일 vs SMS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자동 승자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통계적 유의성 기반 자동 선택 · 트래픽 손실 최소화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오픈율 향상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전환율 개선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2.3배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ROI 증가</a:t>
            </a:r>
          </a:p>
        </p:txBody>
      </p:sp>
      <p:pic>
        <p:nvPicPr>
          <p:cNvPr id="32" name="Picture 31" descr="screenshot_ab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clevertap.com/experiment-optimization — A/B 테스트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10  핀테크/금융 업계 활용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금융 서비스에 최적화된 마케팅 자동화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신규 가입 온보딩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7일 온보딩 시나리오 · 첫 거래 유도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24328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KYC 완료 독려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35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미완료 사용자 자동 리마인드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57016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210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투자 상품 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684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거래 이력 기반 AI 상품 추천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9704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 캠페인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01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30일 미거래 사용자 자동 감지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40%  신규 가입 전환율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80060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28%  KYC 완료율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3.2배  온보딩 ROI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76072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65%  이탈 방지율</a:t>
            </a:r>
          </a:p>
        </p:txBody>
      </p:sp>
      <p:pic>
        <p:nvPicPr>
          <p:cNvPr id="31" name="Picture 30" descr="screensho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 핀테크 고객사 현황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11  도입 효과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측정된 성과 — 실제 고객사 기준 평균 수치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리텐션율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이탈 방지 캠페인 적용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2.8배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마케팅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전통 채널 대비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인게이지먼트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개인화 메시지 적용 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비용 절감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자동화로 운영 효율 개선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캠페인 실행 속도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수동 대비 자동화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93%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고객 만족도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NPS 기준 도입사 평균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12  도입 프로세스 &amp;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빠르고 안전한 구축 — 평균 4주 내 라이브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100584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킥오프 &amp;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요구사항 정의
SDK 통합 계획
이벤트 텍소노미 설계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SDK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iOS/Android SDK 설치
이벤트 태깅
데이터 검증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캠페인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세그멘테이션 설정
캠페인 템플릿
A/B 테스트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1024128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라이브 &amp; 최적화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첫 캠페인 발송
성과 모니터링
피드백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✅  전담 CSM 배정  |  한국어 기술 지원  |  24/7 모니터링  |  온보딩 플레이북 제공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13  가격 정책 &amp;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비즈니스 규모에 맞는 유연한 플랜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스타트업·MAU 50만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90672"/>
            <a:ext cx="329184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핵심 분석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21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푸시 + 이메일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기본 세그멘테이션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274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이메일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737360"/>
            <a:ext cx="3474720" cy="44805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474720" cy="329184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755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Mid-Market·MAU 500만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090672"/>
            <a:ext cx="329184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2186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Essentials 전체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721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AI 예측 세그먼트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멀티채널 전체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7274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전담 CSM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대기업·MAU 무제한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090672"/>
            <a:ext cx="329184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2186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Advanced 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21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커스텀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온프레미스 옵션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274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전용 인프라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다음 단계:  ① POC 범위 확정  →  ② 2주 무료 파일럿  →  ③ 맞춤 견적  →  ④ 계약 및 온보딩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144000" cy="43891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64008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지금 바로 시작하세요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8AFF"/>
                </a:solidFill>
                <a:latin typeface="Malgun Gothic"/>
              </a:rPr>
              <a:t>2주 무료 파일럿 프로그램 신청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4F8"/>
                </a:solidFill>
                <a:latin typeface="Malgun Gothic"/>
              </a:rPr>
              <a:t>실제 데이터로 CleverTap의 가치를 직접 확인하세요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023360"/>
            <a:ext cx="3657600" cy="5943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059936"/>
            <a:ext cx="3657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데모 신청하기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웹사이트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clevertap.com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korea@clevertap.com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+82-2-XXXX-XXXX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4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