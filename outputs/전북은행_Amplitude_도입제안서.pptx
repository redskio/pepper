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맑은 고딕"/>
              </a:defRPr>
            </a:pPr>
            <a:r>
              <a:t>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전북은행 Amplitude 도입 제안서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DDEE"/>
                </a:solidFill>
                <a:latin typeface="맑은 고딕"/>
              </a:defRPr>
            </a:pPr>
            <a:r>
              <a:t>이벤트 기반 사용자 행동 분석 플랫폼을 통한</a:t>
            </a:r>
            <a:br/>
            <a:r>
              <a:t>디지털 뱅킹 고객 경험 혁신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91695" cy="457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For. 전북은행 (JB금융그룹)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2026. 05. 02.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위어드섹터(Weirdsector)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info@weirdsector.co.kr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2"/>
                </a:solidFill>
                <a:latin typeface="맑은 고딕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B5C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731520" cy="4114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3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03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103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전북은행 디지털 뱅킹 현황 및 과제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73152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7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51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WHY EVENT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이벤트 기반 사용자 행동 분석의 중요성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731520" cy="4114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200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AMPLITUDE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00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Amplitude 핵심 기능 소개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73152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9475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490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APPLICATION SCENARIOS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4903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전북은행 적용 시나리오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97679"/>
            <a:ext cx="731520" cy="4114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4339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976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EXPECTED ROI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29767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기대 효과 및 ROI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46320"/>
            <a:ext cx="73152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92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846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846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도입 로드맵 (Phase 1~3)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94959"/>
            <a:ext cx="731520" cy="4114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44067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3949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PRICING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39495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요금제 및 도입 비용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943600"/>
            <a:ext cx="73152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9893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943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REFERENCES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943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국내외 금융사 도입 사례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01 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전북은행 디지털 뱅킹 현황 및 데이터 활용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5603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5BA2"/>
                </a:solidFill>
                <a:latin typeface="맑은 고딕"/>
              </a:defRPr>
            </a:pPr>
            <a:r>
              <a:t>71만명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2B5C"/>
                </a:solidFill>
                <a:latin typeface="맑은 고딕"/>
              </a:defRPr>
            </a:pPr>
            <a:r>
              <a:t>MAU</a:t>
            </a:r>
            <a:br/>
            <a:r>
              <a:t>(2024 Q1 기준)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전년 대비 12.7% 증가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463040"/>
            <a:ext cx="25603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5BA2"/>
                </a:solidFill>
                <a:latin typeface="맑은 고딕"/>
              </a:defRPr>
            </a:pPr>
            <a:r>
              <a:t>34.8%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2B5C"/>
                </a:solidFill>
                <a:latin typeface="맑은 고딕"/>
              </a:defRPr>
            </a:pPr>
            <a:r>
              <a:t>60세 이상</a:t>
            </a:r>
            <a:br/>
            <a:r>
              <a:t>고객 비중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고령층 맞춤 전략 필요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25603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5BA2"/>
                </a:solidFill>
                <a:latin typeface="맑은 고딕"/>
              </a:defRPr>
            </a:pPr>
            <a:r>
              <a:t>6개점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2B5C"/>
                </a:solidFill>
                <a:latin typeface="맑은 고딕"/>
              </a:defRPr>
            </a:pPr>
            <a:r>
              <a:t>디지털 특화</a:t>
            </a:r>
            <a:br/>
            <a:r>
              <a:t>점포 전환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2023년 말 기준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463040"/>
            <a:ext cx="25603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645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5BA2"/>
                </a:solidFill>
                <a:latin typeface="맑은 고딕"/>
              </a:defRPr>
            </a:pPr>
            <a:r>
              <a:t>17개 언어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2B5C"/>
                </a:solidFill>
                <a:latin typeface="맑은 고딕"/>
              </a:defRPr>
            </a:pPr>
            <a:r>
              <a:t>외국인 전용</a:t>
            </a:r>
            <a:br/>
            <a:r>
              <a:t>상담센터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브라보 코리아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B5C"/>
                </a:solidFill>
                <a:latin typeface="맑은 고딕"/>
              </a:defRPr>
            </a:pPr>
            <a:r>
              <a:t>전북은행이 직면한 데이터 과제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  디지털 전환 가속화에 비해 사용자 행동 데이터 분석 체계가 미비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  모바일뱅킹 앱 쏙뱅크의 사용자 이탈 구간 및 전환율 최적화 분석 부재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  고령층(34.8%)과 MZ세대의 상이한 행동 패턴을 반영한 맞춤형 전략 수립 필요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  경쟁사(카카오뱅크, 토스뱅크 등) 대비 데이터 기반 의사결정 역량 강화 시급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  2026년 전략과제 "디지털·AI 경쟁력 혁신"의 구체적 실행 도구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01 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국내 금융권 디지털 전환 트렌드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2025-2026 국내 디지털 금융 핵심 이슈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AI·빅데이터 기반 초개인화 금융 서비스 확대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핀테크·빅테크 플랫폼 금융의 급속한 성장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고객 행동 데이터 기반 실시간 의사결정 체계 구축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마이데이터 활용 개인화 자산관리 서비스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디지털 채널 중심 비대면 금융 서비스 고도화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AI 에이전트를 통한 업무 자동화·고객 응대 혁신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전북은행의 기회 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쏙뱅크 앱 MAU 71만명 — 행동 분석 시 즉각 효과 확인 가능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카카오뱅크 공동대출 상품 연계 — 전환율 측정 필수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외국인 고객 비대면 대출 — 특수 퍼널 분석 기회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2026년 "디지털·AI 경쟁력 혁신" 전략과 직접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출처: KPMG 2025 국내 디지털금융 주요이슈, 삼성SDS 2025 국내 은행 AI 활용 전망, Deloitte 미래 금융 메가트렌드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02  WHY EVENT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이벤트 기반 사용자 행동 분석이란?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기존 방식: 페이지뷰 기반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맑은 고딕"/>
              </a:defRPr>
            </a:pPr>
            <a:r>
              <a:t>  "사용자가 어떤 페이지를 방문했는가"에 집중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맑은 고딕"/>
              </a:defRPr>
            </a:pPr>
            <a:r>
              <a:t>  단순 PV, UV, 체류시간 측정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맑은 고딕"/>
              </a:defRPr>
            </a:pPr>
            <a:r>
              <a:t>  사용자의 의도와 맥락을 파악하기 어려움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맑은 고딕"/>
              </a:defRPr>
            </a:pPr>
            <a:r>
              <a:t>  "왜 이탈했는가"에 대한 답을 줄 수 없음</a:t>
            </a:r>
          </a:p>
          <a:p>
            <a:pPr>
              <a:spcAft>
                <a:spcPts val="800"/>
              </a:spcAft>
              <a:defRPr sz="1300">
                <a:solidFill>
                  <a:srgbClr val="666666"/>
                </a:solidFill>
                <a:latin typeface="맑은 고딕"/>
              </a:defRPr>
            </a:pPr>
            <a:r>
              <a:t>  마케팅 캠페인의 ROI 측정이 제한적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BA2"/>
                </a:solidFill>
                <a:latin typeface="맑은 고딕"/>
              </a:defRPr>
            </a:pPr>
            <a:r>
              <a:t>새로운 방식: 이벤트 기반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"사용자가 무엇을 했는가"에 집중 (클릭, 스크롤, 입력 등)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모든 사용자 행동을 이벤트로 기록 및 분석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사용자 여정 전체를 시각화하여 맥락 파악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이탈 구간과 원인을 정밀하게 특정 가능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A/B 테스트로 개선 효과를 즉시 측정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코호트 분석으로 장기적 사용자 가치 추적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02  WHY EVENT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금융권에서 이벤트 기반 분석이 중요한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91440" cy="21945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고객 여정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계좌 개설, 대출 신청, 이체 등 핵심 여정의</a:t>
            </a:r>
            <a:br/>
            <a:r>
              <a:t>단계별 전환율과 이탈 포인트를 정밀하게 파악하여</a:t>
            </a:r>
            <a:br/>
            <a:r>
              <a:t>사용자 경험(UX) 개선의 우선순위를 설정합니다.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91440" cy="21945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실시간 의사결정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주요 지표의 변화를 실시간으로 감지하고</a:t>
            </a:r>
            <a:br/>
            <a:r>
              <a:t>이상 징후 발생 시 즉각 대응할 수 있습니다.</a:t>
            </a:r>
            <a:br/>
            <a:r>
              <a:t>장애, 사기 거래, 급격한 이탈 등에 선제적 대응.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91440" cy="21945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데이터 민주화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비개발 직무(마케팅, 기획, CS)도 직접</a:t>
            </a:r>
            <a:br/>
            <a:r>
              <a:t>데이터를 조회·분석할 수 있어 데이터 요청</a:t>
            </a:r>
            <a:br/>
            <a:r>
              <a:t>→ 추출 → 보고의 긴 프로세스를 단축합니다.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93192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931920"/>
            <a:ext cx="91440" cy="21945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ROI 증명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A/B 테스트와 코호트 분석을 통해</a:t>
            </a:r>
            <a:br/>
            <a:r>
              <a:t>마케팅 캠페인, 기능 개선, UI 변경의</a:t>
            </a:r>
            <a:br/>
            <a:r>
              <a:t>효과를 수치로 증명할 수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03  AMPLITUDE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Amplitude 플랫폼 핵심 기능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Event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모든 사용자 행동을</a:t>
            </a:r>
            <a:br/>
            <a:r>
              <a:t>이벤트로 수집·관리</a:t>
            </a:r>
            <a:br/>
            <a:r>
              <a:t>코드 없이 태깅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Funnel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가입→인증→거래 등</a:t>
            </a:r>
            <a:br/>
            <a:r>
              <a:t>핵심 퍼널의 전환율</a:t>
            </a:r>
            <a:br/>
            <a:r>
              <a:t>실시간 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Cohort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월별/채널별 코호트의</a:t>
            </a:r>
            <a:br/>
            <a:r>
              <a:t>장기 리텐션 추적</a:t>
            </a:r>
            <a:br/>
            <a:r>
              <a:t>그룹별 비교 분석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Retention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D1/D7/D30 리텐션</a:t>
            </a:r>
            <a:br/>
            <a:r>
              <a:t>자동 계산 및 시각화</a:t>
            </a:r>
            <a:br/>
            <a:r>
              <a:t>이탈 예측 지원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393192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93192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Pathfinder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사용자 행동 경로</a:t>
            </a:r>
            <a:br/>
            <a:r>
              <a:t>자동 탐색 및 시각화</a:t>
            </a:r>
            <a:br/>
            <a:r>
              <a:t>예상치 못한 패턴 발견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4747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347472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A/B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기능/UI 변경의</a:t>
            </a:r>
            <a:br/>
            <a:r>
              <a:t>효과를 통계적으로</a:t>
            </a:r>
            <a:br/>
            <a:r>
              <a:t>검증 (Experiment)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03  AMPLITUDE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Amplitude 2026 신규 기능 및 플랫폼 스위트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AI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자연어로 데이터 질문</a:t>
            </a:r>
            <a:br/>
            <a:r>
              <a:t>비개발 직무도 즉시 분석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Session Replay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실제 사용자의 화면 녹화</a:t>
            </a:r>
            <a:br/>
            <a:r>
              <a:t>이탈 원인을 직접 눈으로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Guides &amp; Surveys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앱 내 가이드/설문 배포</a:t>
            </a:r>
            <a:br/>
            <a:r>
              <a:t>사용자 피드백 실시간 수집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Web Experiment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웹 기반 A/B 테스트</a:t>
            </a:r>
            <a:br/>
            <a:r>
              <a:t>코드 변경 없이 실험 배포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393192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93192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CDP (Customer Data)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고객 데이터 통합 관리</a:t>
            </a:r>
            <a:br/>
            <a:r>
              <a:t>세그먼트 기반 마케팅 연동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4747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347472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0233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AI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AI 기반 사용자 피드백</a:t>
            </a:r>
            <a:br/>
            <a:r>
              <a:t>자동 분류 및 인사이트 도출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04  APPLICATION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시나리오 1: 쏙뱅크 앱 사용자 여정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828800" cy="10972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앱 설치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463040"/>
            <a:ext cx="1828800" cy="10972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회원가입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72%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1828800" cy="109728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본인인증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58%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1828800" cy="10972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계좌개설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463040"/>
            <a:ext cx="1828800" cy="10972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첫 거래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28%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B5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463040"/>
            <a:ext cx="1828800" cy="10972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재방문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Amplitude 적용 시 기대 효과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3832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본인인증 → 계좌개설 구간 이탈률 22% — Pathfinder로 이탈 원인 분석 후 UX 개선 시 전환율 10~15%p 향상 목표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첫 거래 전환율 28% — 온보딩 가이드 최적화(Guides 기능)로 5~8%p 개선 가능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재방문율 15% — 코호트 분석 기반 리텐션 캠페인으로 D7 리텐션 20%+ 달성 목표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채널별 가입 퍼널 비교 — organic vs 카카오뱅크 공동대출 유입 경로별 전환율 차이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04  APPLICATION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시나리오 2: 고객 세그먼트별 맞춤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9748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MZ세대 (20~30대)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디지털 네이티브</a:t>
            </a:r>
            <a:br/>
            <a:r>
              <a:t>간편결제·투자 관심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108960"/>
            <a:ext cx="2423160" cy="914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D6"/>
                </a:solidFill>
                <a:latin typeface="맑은 고딕"/>
              </a:defRPr>
            </a:pPr>
            <a:r>
              <a:t>Amplitude 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118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앱 내 행동 패턴 분석</a:t>
            </a:r>
            <a:br/>
            <a:r>
              <a:t>A/B 테스트로 UI 최적화</a:t>
            </a:r>
            <a:br/>
            <a:r>
              <a:t>투자 상품 추천 퍼널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69748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69748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17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3040 직장인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0116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급여이체·대출 핵심 고객</a:t>
            </a:r>
            <a:br/>
            <a:r>
              <a:t>높은 LTV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108960"/>
            <a:ext cx="2423160" cy="914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291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D6"/>
                </a:solidFill>
                <a:latin typeface="맑은 고딕"/>
              </a:defRPr>
            </a:pPr>
            <a:r>
              <a:t>Amplitude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6118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대출 퍼널 전환율 분석</a:t>
            </a:r>
            <a:br/>
            <a:r>
              <a:t>급여이체 리텐션 추적</a:t>
            </a:r>
            <a:br/>
            <a:r>
              <a:t>CRM 캠페인 효과 측정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69748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69748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417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50대 이상 (34.8%)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116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오프라인 선호</a:t>
            </a:r>
            <a:br/>
            <a:r>
              <a:t>디지털 진입 장벽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108960"/>
            <a:ext cx="2423160" cy="914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291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D6"/>
                </a:solidFill>
                <a:latin typeface="맑은 고딕"/>
              </a:defRPr>
            </a:pPr>
            <a:r>
              <a:t>Amplitude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6118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간소화 UI 사용성 분석</a:t>
            </a:r>
            <a:br/>
            <a:r>
              <a:t>디지털 온보딩 완료율</a:t>
            </a:r>
            <a:br/>
            <a:r>
              <a:t>오프라인→앱 전환 추적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371600"/>
            <a:ext cx="269748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1371600"/>
            <a:ext cx="2697480" cy="50292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4173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외국인 고객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0116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브라보코리아 이용</a:t>
            </a:r>
            <a:br/>
            <a:r>
              <a:t>비대면 대출 수요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3108960"/>
            <a:ext cx="2423160" cy="914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3291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D6"/>
                </a:solidFill>
                <a:latin typeface="맑은 고딕"/>
              </a:defRPr>
            </a:pPr>
            <a:r>
              <a:t>Amplitude 활용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61188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다국어 UX 행동 분석</a:t>
            </a:r>
            <a:br/>
            <a:r>
              <a:t>비대면 대출 퍼널 최적화</a:t>
            </a:r>
            <a:br/>
            <a:r>
              <a:t>언어별 이탈 구간 파악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04  APPLICATION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시나리오 3: 이탈 구간 분석 및 전환율 최적화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대출 신청 퍼널 이탈 분석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1. 대출 상품 조회 — 100% (전체 대상)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2. 대출 조건 입력 — 78% (22% 이탈: 복잡한 입력 폼)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3. 신용 조회 동의 — 61% (17% 이탈: 개인정보 우려)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4. 한도·금리 확인 — 55% (6% 이탈: 기대 이하 조건)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5. 대출 신청 완료 — 38% (17% 이탈: 서류 제출 포기)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6. 대출 실행 — 32% (6% 이탈: 최종 심사 탈락)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Amplitude 기반 개선 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Pathfinder: 이탈 사용자의 직전 행동 경로 분석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Session Replay: 입력 폼에서의 실제 행동 관찰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A/B Test: 간소화된 입력 폼 vs 기존 폼 비교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Guides: 신용 조회 동의 단계에 안내 팝업 추가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Cohort: 개선 전/후 코호트 전환율 비교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예상 개선 효과: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대출 신청 완료율 38% → 48% (+10%p)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대출 실행률 32% → 42% (+10%p)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05  EXPECTED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기대 효과 및 ROI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전환율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맑은 고딕"/>
              </a:defRPr>
            </a:pPr>
            <a:r>
              <a:t>+10~15%p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핵심 퍼널(가입, 대출, 이체)</a:t>
            </a:r>
            <a:br/>
            <a:r>
              <a:t>전환율 개선 효과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69748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630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리텐션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9202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맑은 고딕"/>
              </a:defRPr>
            </a:pPr>
            <a:r>
              <a:t>+25~30%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517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D30 리텐션 개선</a:t>
            </a:r>
            <a:br/>
            <a:r>
              <a:t>코호트 기반 맞춤 캠페인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9748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분석 시간 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맑은 고딕"/>
              </a:defRPr>
            </a:pPr>
            <a:r>
              <a:t>-70%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517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데이터 요청→분석 프로세스</a:t>
            </a:r>
            <a:br/>
            <a:r>
              <a:t>수일 → 수분 단축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269748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59" y="14630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2B5C"/>
                </a:solidFill>
                <a:latin typeface="맑은 고딕"/>
              </a:defRPr>
            </a:pPr>
            <a:r>
              <a:t>마케팅 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192024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D6"/>
                </a:solidFill>
                <a:latin typeface="맑은 고딕"/>
              </a:defRPr>
            </a:pPr>
            <a:r>
              <a:t>+35~40%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65176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캠페인 효과 측정 기반</a:t>
            </a:r>
            <a:br/>
            <a:r>
              <a:t>예산 배분 최적화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ROI 시뮬레이션 (연간)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Amplitude 도입 비용: 연 $120,000~$200,000 (약 1.5~2.5억원)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전환율 10%p 개선 시 추가 대출 실행 건수: 월 약 500건 → 연간 6,000건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건당 대출 이자 수익 평균 50만원 기준 → 연간 추가 수익 약 30억원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마케팅 예산 효율화: 연간 약 3~5억원 절감 예상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예상 ROI: 투자 대비 10~15배 수익 창출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(참고: 업계 평균 Amplitude 도입 후 12개월 내 투자비 회수)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06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도입 로드맵 (Phase 1~3)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91440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기반 구축</a:t>
            </a:r>
            <a:br/>
            <a:r>
              <a:t>(1~2개월)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SDK 설치 및 핵심 이벤트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쏙뱅크 앱 주요 퍼널 이벤트 태깅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기본 대시보드 구축 (MAU, DAU, 전환율)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핵심 팀원 교육 (마케팅, 기획, 개발)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데이터 품질 검증 및 이벤트 표준화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56616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분석 고도화</a:t>
            </a:r>
            <a:br/>
            <a:r>
              <a:t>(3~4개월)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68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코호트 분석 및 리텐션 모니터링 구축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54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Pathfinder를 통한 사용자 행동 경로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40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A/B 테스트 첫 실험 (대출 퍼널 개선)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526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세그먼트별 맞춤 대시보드 확장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212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자동 알림 설정 (이상 지표 감지)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371600"/>
            <a:ext cx="3566160" cy="5029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371600"/>
            <a:ext cx="3566160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조직 확산</a:t>
            </a:r>
            <a:br/>
            <a:r>
              <a:t>(5~6개월)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468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전 부서 Amplitude 접근 권한 확대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154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AI Assistant 활용 셀프 서비스 분석 문화 정착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840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CRM 연동 및 자동 캠페인 구축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526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Session Replay 고급 분석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212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분기별 성과 리뷰 및 KPI 고도화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07 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요금제 및 도입 비용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D6"/>
                </a:solidFill>
                <a:latin typeface="맑은 고딕"/>
              </a:defRPr>
            </a:pPr>
            <a:r>
              <a:t>무료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  소규모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월 50K 이벤트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코어 분석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커뮤니티 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제한된 코호트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69748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Plus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D6"/>
                </a:solidFill>
                <a:latin typeface="맑은 고딕"/>
              </a:defRPr>
            </a:pPr>
            <a:r>
              <a:t>연 $49/월~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  스타트업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2926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월 1M 이벤트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79" y="3429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고급 차트 + 퍼널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3931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이메일 지원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44348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A/B Testing 기본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269748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맑은 고딕"/>
              </a:defRPr>
            </a:pPr>
            <a:r>
              <a:t>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D6"/>
                </a:solidFill>
                <a:latin typeface="맑은 고딕"/>
              </a:defRPr>
            </a:pPr>
            <a:r>
              <a:t>맞춤 견적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  중형 조직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26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맞춤 이벤트 볼륨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429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고급 코호트/리텐션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31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SSO + 거버넌스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348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  전담 CSM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1371600"/>
            <a:ext cx="2697480" cy="4572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72600" y="1188720"/>
            <a:ext cx="2148840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11887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RECOMMENDED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59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Enterprise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59" y="2011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맑은 고딕"/>
              </a:defRPr>
            </a:pPr>
            <a:r>
              <a:t>맞춤 견적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59" y="24688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  대형 금융사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926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무제한 이벤트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42900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Session Replay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39319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AI Assistant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4348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전담 지원팀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493776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  SLA 보장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* Enterprise: 500K~1M MTU 기준 연 $100,000~$250,000 (Vendr 데이터 기반). 다년 계약 시 20~35% 할인 가능. 정확한 견적은 별도 협의.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08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국내외 금융사 Amplitude 도입 사례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4754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303520" cy="54864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하나증권 (국내)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국내 금융사 최초 Amplitude 도입 사례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주문 화면 등 핵심 트레이딩 영역 이벤트 태깅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현업(마케팅, 기획)이 직접 데이터 조회·분석 가능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데이터 요청→보고서 작성 프로세스 대폭 단축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작은 범위 PoC에서 시작 → 전사 확산 성공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CJ올리브네트웍스 맥소노미 파트너사 지원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핵심 인사이트: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"작은 범위에서 실제 인사이트를 보여주자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 다른 팀에서도 관심을 갖게 되었습니다"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글로벌 금융사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PayPal — 사용자 행동 분석으로 결제 전환율 12% 개선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Revolut — 코호트 분석 기반 리텐션 전략 수립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Square — A/B 테스트로 가맹점 온보딩 최적화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Chime — 퍼널 분석으로 계좌 개설 전환율 20% 향상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N26 — Pathfinder 활용 이탈 구간 발견 및 개선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국내 금융 업계 트렌드: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하나증권 도입 이후 다수 금융사가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Amplitude 도입을 검토 중이며,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이벤트 기반 분석이 업계 표준으로 자리잡는 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05  EXPECTED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도입 전후 비교: Before vs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5029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BEFORE — 현재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데이터 분석 요청 후 결과까지 3~5일 소요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사용자 이탈 원인을 파악할 수 없음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마케팅 캠페인 효과 측정이 주관적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A/B 테스트 인프라 부재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고객 세그먼트별 차별화 전략 수립 어려움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비개발 직무의 데이터 접근 제한적</a:t>
            </a:r>
          </a:p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  <a:latin typeface="맑은 고딕"/>
              </a:defRPr>
            </a:pPr>
            <a:r>
              <a:t>  의사결정이 경험과 직관에 의존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02920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AFTER — Amplitude 도입 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실시간 대시보드로 즉시 분석 가능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이탈 구간 정밀 파악 및 개선 방안 도출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모든 캠페인의 ROI를 수치로 측정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A/B 테스트로 데이터 기반 의사결정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세그먼트별 맞춤 리텐션 전략 실행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누구나 AI Assistant로 데이터 질문 가능</a:t>
            </a:r>
          </a:p>
          <a:p>
            <a:pPr>
              <a:spcAft>
                <a:spcPts val="800"/>
              </a:spcAft>
              <a:defRPr sz="1300">
                <a:solidFill>
                  <a:srgbClr val="002B5C"/>
                </a:solidFill>
                <a:latin typeface="맑은 고딕"/>
              </a:defRPr>
            </a:pPr>
            <a:r>
              <a:t>  "데이터가 말하는" 조직 문화 정착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WHY WEIRDSECTOR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왜 위어드섹터인가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91440" cy="219456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데이터 분석 전문성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맑은 고딕"/>
              </a:defRPr>
            </a:pPr>
            <a:r>
              <a:t>GA4, Amplitude 등 이벤트 분석 플랫폼</a:t>
            </a:r>
            <a:br/>
            <a:r>
              <a:t>도입 및 컨설팅 다수 수행 경험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91440" cy="219456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금융 도메인 이해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맑은 고딕"/>
              </a:defRPr>
            </a:pPr>
            <a:r>
              <a:t>금융사 대상 데이터 분석 프로젝트</a:t>
            </a:r>
            <a:br/>
            <a:r>
              <a:t>수행 경험 보유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91440" cy="219456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End-to-End 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맑은 고딕"/>
              </a:defRPr>
            </a:pPr>
            <a:r>
              <a:t>이벤트 설계 → SDK 설치 → 대시보드 구축</a:t>
            </a:r>
            <a:br/>
            <a:r>
              <a:t>→ 교육 → 지속 운영 지원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931920"/>
            <a:ext cx="5303520" cy="21945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931920"/>
            <a:ext cx="91440" cy="2194560"/>
          </a:xfrm>
          <a:prstGeom prst="rect">
            <a:avLst/>
          </a:prstGeom>
          <a:solidFill>
            <a:srgbClr val="005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B5C"/>
                </a:solidFill>
                <a:latin typeface="맑은 고딕"/>
              </a:defRPr>
            </a:pPr>
            <a:r>
              <a:t>맞춤형 컨설팅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맑은 고딕"/>
              </a:defRPr>
            </a:pPr>
            <a:r>
              <a:t>전북은행의 비즈니스 목표와 조직 상황에</a:t>
            </a:r>
            <a:br/>
            <a:r>
              <a:t>맞는 단계별 도입 전략 수립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DEE"/>
                </a:solidFill>
                <a:latin typeface="맑은 고딕"/>
              </a:defRPr>
            </a:pPr>
            <a:r>
              <a:t>전북은행의 디지털 뱅킹 혁신을 데이터로 함께 만들어가겠습니다.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114800"/>
            <a:ext cx="4876495" cy="457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위어드섹터(Weirdsector)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info@weirdsector.co.kr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맑은 고딕"/>
              </a:defRPr>
            </a:pPr>
            <a:r>
              <a:t>2026. 05. 02.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